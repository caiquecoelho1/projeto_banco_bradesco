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4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F5A4D-0EC3-4C7E-9467-64A28A6E9A61}" type="datetimeFigureOut">
              <a:rPr lang="pt-BR" smtClean="0"/>
              <a:t>23/11/2025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97F1B-FD34-4DB0-90AF-4F7D7397E8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6889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F5A4D-0EC3-4C7E-9467-64A28A6E9A61}" type="datetimeFigureOut">
              <a:rPr lang="pt-BR" smtClean="0"/>
              <a:t>23/11/2025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97F1B-FD34-4DB0-90AF-4F7D7397E8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568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F5A4D-0EC3-4C7E-9467-64A28A6E9A61}" type="datetimeFigureOut">
              <a:rPr lang="pt-BR" smtClean="0"/>
              <a:t>23/11/2025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97F1B-FD34-4DB0-90AF-4F7D7397E8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2221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F5A4D-0EC3-4C7E-9467-64A28A6E9A61}" type="datetimeFigureOut">
              <a:rPr lang="pt-BR" smtClean="0"/>
              <a:t>23/11/2025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97F1B-FD34-4DB0-90AF-4F7D7397E8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1813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F5A4D-0EC3-4C7E-9467-64A28A6E9A61}" type="datetimeFigureOut">
              <a:rPr lang="pt-BR" smtClean="0"/>
              <a:t>23/11/2025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97F1B-FD34-4DB0-90AF-4F7D7397E8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6178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F5A4D-0EC3-4C7E-9467-64A28A6E9A61}" type="datetimeFigureOut">
              <a:rPr lang="pt-BR" smtClean="0"/>
              <a:t>23/11/2025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97F1B-FD34-4DB0-90AF-4F7D7397E8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9812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F5A4D-0EC3-4C7E-9467-64A28A6E9A61}" type="datetimeFigureOut">
              <a:rPr lang="pt-BR" smtClean="0"/>
              <a:t>23/11/2025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97F1B-FD34-4DB0-90AF-4F7D7397E8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0008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F5A4D-0EC3-4C7E-9467-64A28A6E9A61}" type="datetimeFigureOut">
              <a:rPr lang="pt-BR" smtClean="0"/>
              <a:t>23/11/2025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97F1B-FD34-4DB0-90AF-4F7D7397E8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2034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F5A4D-0EC3-4C7E-9467-64A28A6E9A61}" type="datetimeFigureOut">
              <a:rPr lang="pt-BR" smtClean="0"/>
              <a:t>23/11/2025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97F1B-FD34-4DB0-90AF-4F7D7397E8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6695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F5A4D-0EC3-4C7E-9467-64A28A6E9A61}" type="datetimeFigureOut">
              <a:rPr lang="pt-BR" smtClean="0"/>
              <a:t>23/11/2025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97F1B-FD34-4DB0-90AF-4F7D7397E8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3317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F5A4D-0EC3-4C7E-9467-64A28A6E9A61}" type="datetimeFigureOut">
              <a:rPr lang="pt-BR" smtClean="0"/>
              <a:t>23/11/2025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97F1B-FD34-4DB0-90AF-4F7D7397E8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33438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F5A4D-0EC3-4C7E-9467-64A28A6E9A61}" type="datetimeFigureOut">
              <a:rPr lang="pt-BR" smtClean="0"/>
              <a:t>23/11/2025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97F1B-FD34-4DB0-90AF-4F7D7397E8D5}" type="slidenum">
              <a:rPr lang="pt-BR" smtClean="0"/>
              <a:t>‹nº›</a:t>
            </a:fld>
            <a:endParaRPr lang="pt-BR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293572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F5A4D-0EC3-4C7E-9467-64A28A6E9A61}" type="datetimeFigureOut">
              <a:rPr lang="pt-BR" smtClean="0"/>
              <a:t>23/11/2025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97F1B-FD34-4DB0-90AF-4F7D7397E8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9556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F5A4D-0EC3-4C7E-9467-64A28A6E9A61}" type="datetimeFigureOut">
              <a:rPr lang="pt-BR" smtClean="0"/>
              <a:t>23/11/2025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97F1B-FD34-4DB0-90AF-4F7D7397E8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70738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F5A4D-0EC3-4C7E-9467-64A28A6E9A61}" type="datetimeFigureOut">
              <a:rPr lang="pt-BR" smtClean="0"/>
              <a:t>23/11/2025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97F1B-FD34-4DB0-90AF-4F7D7397E8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29178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F5A4D-0EC3-4C7E-9467-64A28A6E9A61}" type="datetimeFigureOut">
              <a:rPr lang="pt-BR" smtClean="0"/>
              <a:t>23/11/2025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97F1B-FD34-4DB0-90AF-4F7D7397E8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76939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F5A4D-0EC3-4C7E-9467-64A28A6E9A61}" type="datetimeFigureOut">
              <a:rPr lang="pt-BR" smtClean="0"/>
              <a:t>23/11/2025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97F1B-FD34-4DB0-90AF-4F7D7397E8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9525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F5DF5A4D-0EC3-4C7E-9467-64A28A6E9A61}" type="datetimeFigureOut">
              <a:rPr lang="pt-BR" smtClean="0"/>
              <a:t>23/11/2025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0C297F1B-FD34-4DB0-90AF-4F7D7397E8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94225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5" r:id="rId1"/>
    <p:sldLayoutId id="2147483836" r:id="rId2"/>
    <p:sldLayoutId id="2147483837" r:id="rId3"/>
    <p:sldLayoutId id="2147483838" r:id="rId4"/>
    <p:sldLayoutId id="2147483839" r:id="rId5"/>
    <p:sldLayoutId id="2147483840" r:id="rId6"/>
    <p:sldLayoutId id="2147483841" r:id="rId7"/>
    <p:sldLayoutId id="2147483842" r:id="rId8"/>
    <p:sldLayoutId id="2147483843" r:id="rId9"/>
    <p:sldLayoutId id="2147483844" r:id="rId10"/>
    <p:sldLayoutId id="2147483845" r:id="rId11"/>
    <p:sldLayoutId id="2147483846" r:id="rId12"/>
    <p:sldLayoutId id="2147483847" r:id="rId13"/>
    <p:sldLayoutId id="2147483848" r:id="rId14"/>
    <p:sldLayoutId id="2147483849" r:id="rId15"/>
    <p:sldLayoutId id="2147483850" r:id="rId16"/>
    <p:sldLayoutId id="214748385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E47DAE-C18E-13A1-34D4-B3664A66F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31410" y="1751029"/>
            <a:ext cx="4729180" cy="1677971"/>
          </a:xfrm>
        </p:spPr>
        <p:txBody>
          <a:bodyPr/>
          <a:lstStyle/>
          <a:p>
            <a:r>
              <a:rPr lang="pt-BR" sz="9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Trap Alert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98537C9-752B-851A-6823-382FC0CD8BD5}"/>
              </a:ext>
            </a:extLst>
          </p:cNvPr>
          <p:cNvSpPr txBox="1"/>
          <p:nvPr/>
        </p:nvSpPr>
        <p:spPr>
          <a:xfrm>
            <a:off x="752094" y="5137608"/>
            <a:ext cx="408752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Caique Coelho de Oliveira Ramos – 82312240</a:t>
            </a:r>
          </a:p>
          <a:p>
            <a:r>
              <a:rPr lang="pt-B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Pedro Henrique Marques da Silva – 823112663</a:t>
            </a:r>
          </a:p>
          <a:p>
            <a:r>
              <a:rPr lang="pt-B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Renan </a:t>
            </a:r>
            <a:r>
              <a:rPr lang="pt-BR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Assensio</a:t>
            </a:r>
            <a:r>
              <a:rPr lang="pt-B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Barbosa – 82318879</a:t>
            </a:r>
          </a:p>
          <a:p>
            <a:r>
              <a:rPr lang="pt-B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Willians Gabriel Gomes Pereira - 823133377</a:t>
            </a:r>
          </a:p>
        </p:txBody>
      </p:sp>
    </p:spTree>
    <p:extLst>
      <p:ext uri="{BB962C8B-B14F-4D97-AF65-F5344CB8AC3E}">
        <p14:creationId xmlns:p14="http://schemas.microsoft.com/office/powerpoint/2010/main" val="3101182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E68970-BD16-7EEF-748B-1E3B32A1A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Introdução - Golpes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67B5C8E-C5F9-7C25-5E01-4CE732712B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Aumento das Tentativas de Golpe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50,7% Vítimas de Fraude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Uso Indevido de Cartões de Crédito (47,9%)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Pix e Boletos Falsos (32,8%)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pt-B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Phishing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(21,6%)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Prejuízo de R$ 10bi</a:t>
            </a:r>
          </a:p>
        </p:txBody>
      </p:sp>
    </p:spTree>
    <p:extLst>
      <p:ext uri="{BB962C8B-B14F-4D97-AF65-F5344CB8AC3E}">
        <p14:creationId xmlns:p14="http://schemas.microsoft.com/office/powerpoint/2010/main" val="2331217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EAF771-4B38-999C-C334-74730243D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Estrutura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DC292C2-7573-8DF4-E8B9-7AC9DD41AC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Banco de Dados;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Node JS;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Interface Simplificada;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Segurança;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Registro de Denúncias.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endParaRPr lang="pt-BR" dirty="0"/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70237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2D1724-BAD6-E50A-0C54-5D50431F8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Golpes Cadastrados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1C494278-3FA8-C80E-33B1-5A4CC1B691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8126" y="1690688"/>
            <a:ext cx="7915747" cy="3928189"/>
          </a:xfrm>
        </p:spPr>
      </p:pic>
    </p:spTree>
    <p:extLst>
      <p:ext uri="{BB962C8B-B14F-4D97-AF65-F5344CB8AC3E}">
        <p14:creationId xmlns:p14="http://schemas.microsoft.com/office/powerpoint/2010/main" val="111043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8020C-4C9A-C064-0806-D4813CB98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7A64E0-53EB-A48A-E56B-E3B17EB37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Alertas de Segurança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8BD37C75-493A-ABE0-CC9D-CFDDCB5293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38126" y="1690688"/>
            <a:ext cx="7915747" cy="3928189"/>
          </a:xfrm>
        </p:spPr>
      </p:pic>
    </p:spTree>
    <p:extLst>
      <p:ext uri="{BB962C8B-B14F-4D97-AF65-F5344CB8AC3E}">
        <p14:creationId xmlns:p14="http://schemas.microsoft.com/office/powerpoint/2010/main" val="2481864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367B9-551C-FBDD-90F0-270764C95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AF6EB6-C7D8-803C-97F8-056090892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Registro de Denúncias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C4763DD6-3E90-09D3-EE51-5E3B498FFE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38126" y="1690688"/>
            <a:ext cx="7915747" cy="3928189"/>
          </a:xfrm>
        </p:spPr>
      </p:pic>
    </p:spTree>
    <p:extLst>
      <p:ext uri="{BB962C8B-B14F-4D97-AF65-F5344CB8AC3E}">
        <p14:creationId xmlns:p14="http://schemas.microsoft.com/office/powerpoint/2010/main" val="2193170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05A19-05FB-88E3-E9EA-5D899D42E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140FBD-CA42-6002-8F00-39F5614F0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Painel do Administrador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5954BEA0-BEF2-E52F-5FE4-3121F71F18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38126" y="1690688"/>
            <a:ext cx="7915747" cy="3928189"/>
          </a:xfrm>
        </p:spPr>
      </p:pic>
    </p:spTree>
    <p:extLst>
      <p:ext uri="{BB962C8B-B14F-4D97-AF65-F5344CB8AC3E}">
        <p14:creationId xmlns:p14="http://schemas.microsoft.com/office/powerpoint/2010/main" val="3274893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E1E68-5738-6F4F-7F7C-D856F736D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94A1A1-23DC-2E92-90D7-59F033E45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Painel do Usuário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F05F2375-01DA-938B-1302-C794ED3D61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38126" y="1690688"/>
            <a:ext cx="7915747" cy="3928189"/>
          </a:xfrm>
        </p:spPr>
      </p:pic>
    </p:spTree>
    <p:extLst>
      <p:ext uri="{BB962C8B-B14F-4D97-AF65-F5344CB8AC3E}">
        <p14:creationId xmlns:p14="http://schemas.microsoft.com/office/powerpoint/2010/main" val="1714278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63C31-F9F8-5721-49C6-68D114E97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7725D8-E548-C162-9843-DA0EEF427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Painel do Usuário com Denúncia Registrada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9104B839-2568-32BF-C9C2-1EEB780141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38126" y="1690688"/>
            <a:ext cx="7915747" cy="3928189"/>
          </a:xfrm>
        </p:spPr>
      </p:pic>
    </p:spTree>
    <p:extLst>
      <p:ext uri="{BB962C8B-B14F-4D97-AF65-F5344CB8AC3E}">
        <p14:creationId xmlns:p14="http://schemas.microsoft.com/office/powerpoint/2010/main" val="220044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FB9829-03A4-4C80-F500-7B4BD7B52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2962" y="2592208"/>
            <a:ext cx="7366075" cy="1673584"/>
          </a:xfrm>
        </p:spPr>
        <p:txBody>
          <a:bodyPr/>
          <a:lstStyle/>
          <a:p>
            <a:r>
              <a:rPr lang="pt-BR" sz="9600" dirty="0"/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2434479407"/>
      </p:ext>
    </p:extLst>
  </p:cSld>
  <p:clrMapOvr>
    <a:masterClrMapping/>
  </p:clrMapOvr>
</p:sld>
</file>

<file path=ppt/theme/theme1.xml><?xml version="1.0" encoding="utf-8"?>
<a:theme xmlns:a="http://schemas.openxmlformats.org/drawingml/2006/main" name="Profundidade">
  <a:themeElements>
    <a:clrScheme name="Profundidade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Profundidade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rofundida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TM04033923[[fn=Profundidade]]</Template>
  <TotalTime>119</TotalTime>
  <Words>104</Words>
  <Application>Microsoft Office PowerPoint</Application>
  <PresentationFormat>Widescreen</PresentationFormat>
  <Paragraphs>25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Corbel</vt:lpstr>
      <vt:lpstr>Wingdings</vt:lpstr>
      <vt:lpstr>Profundidade</vt:lpstr>
      <vt:lpstr>Trap Alert</vt:lpstr>
      <vt:lpstr>Introdução - Golpes</vt:lpstr>
      <vt:lpstr>Estrutura</vt:lpstr>
      <vt:lpstr>Golpes Cadastrados</vt:lpstr>
      <vt:lpstr>Alertas de Segurança</vt:lpstr>
      <vt:lpstr>Registro de Denúncias</vt:lpstr>
      <vt:lpstr>Painel do Administrador</vt:lpstr>
      <vt:lpstr>Painel do Usuário</vt:lpstr>
      <vt:lpstr>Painel do Usuário com Denúncia Registrada</vt:lpstr>
      <vt:lpstr>OBRIGADO!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Pedro Henrique Marques da Silva</dc:creator>
  <cp:lastModifiedBy>Pedro Henrique Marques da Silva</cp:lastModifiedBy>
  <cp:revision>2</cp:revision>
  <dcterms:created xsi:type="dcterms:W3CDTF">2025-11-21T12:03:46Z</dcterms:created>
  <dcterms:modified xsi:type="dcterms:W3CDTF">2025-11-23T20:34:00Z</dcterms:modified>
</cp:coreProperties>
</file>